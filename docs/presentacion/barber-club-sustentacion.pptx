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23560" y="1005840"/>
            <a:ext cx="914400" cy="9144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23560" y="1005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0B0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✂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0" y="2286000"/>
            <a:ext cx="12161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8F6F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Barber club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0" y="3337560"/>
            <a:ext cx="1216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D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Reservas de citas para una barbería, sin llamadas ni filas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0" y="512064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8F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Gledier Ortiz  ·  Victor Cardenas  ·  Jhorman Puerta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0" y="553212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Programacion Web (IF2003) · Grupo 603 · Equipo 05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0B0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El problema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✂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822960" cy="8229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0B0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!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600200"/>
            <a:ext cx="8961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 las citas se agendan por WhatsApp o llamada. A veces dos personas reservan la misma hora con el mismo barbero.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3566160"/>
            <a:ext cx="822960" cy="8229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3566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0B0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?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920240" y="3429000"/>
            <a:ext cx="8961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cliente no sabe que horarios estan libres sin llamar o ir hasta el local a preguntar.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0B0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Que queremos lograr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✂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82880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B0B0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Reservar una cita sin llamar ni ir al local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31520" y="3566160"/>
            <a:ext cx="4937760" cy="1188720"/>
          </a:xfrm>
          <a:prstGeom prst="roundRect">
            <a:avLst>
              <a:gd name="adj" fmla="val 9231"/>
            </a:avLst>
          </a:prstGeom>
          <a:solidFill>
            <a:srgbClr val="0B0B0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356616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D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Cero cruces de horario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126480" y="3566160"/>
            <a:ext cx="4937760" cy="1188720"/>
          </a:xfrm>
          <a:prstGeom prst="roundRect">
            <a:avLst>
              <a:gd name="adj" fmla="val 9231"/>
            </a:avLst>
          </a:prstGeom>
          <a:solidFill>
            <a:srgbClr val="0B0B0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126480" y="356616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D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Reservar en menos de 2 minutos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0B0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Que incluye el proyecto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✂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0352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7830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B0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Si incluye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3774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servicios y disponibilidad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0632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Reservar y cancelar citas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7490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del barbero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44348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del administrador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51206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Inicio de sesion con 3 tipos de usuario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17920" y="1600200"/>
            <a:ext cx="5303520" cy="4663440"/>
          </a:xfrm>
          <a:prstGeom prst="roundRect">
            <a:avLst>
              <a:gd name="adj" fmla="val 1961"/>
            </a:avLst>
          </a:prstGeom>
          <a:solidFill>
            <a:srgbClr val="F1F1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17830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6B6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Por ahora no incluye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3774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</a:t>
            </a:r>
            <a:pPr algn="l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Pagos en linea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30632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</a:t>
            </a:r>
            <a:pPr algn="l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Notificaciones automaticas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37490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</a:t>
            </a:r>
            <a:pPr algn="l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Aplicacion movil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44348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</a:t>
            </a:r>
            <a:pPr algn="l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Bloqueo de horarios del barbero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0B0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Quien usa la plataforma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✂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3383280" cy="38404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6510">
            <a:solidFill>
              <a:srgbClr val="C9A2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65960" y="2286000"/>
            <a:ext cx="914400" cy="914400"/>
          </a:xfrm>
          <a:prstGeom prst="ellipse">
            <a:avLst/>
          </a:prstGeom>
          <a:solidFill>
            <a:srgbClr val="0B0B0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965960" y="2286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D9A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4290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B0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Cliente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97764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 y cancela sus propias citas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480560" y="1828800"/>
            <a:ext cx="3383280" cy="38404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6510">
            <a:solidFill>
              <a:srgbClr val="C9A2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15000" y="2286000"/>
            <a:ext cx="914400" cy="914400"/>
          </a:xfrm>
          <a:prstGeom prst="ellipse">
            <a:avLst/>
          </a:prstGeom>
          <a:solidFill>
            <a:srgbClr val="0B0B0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715000" y="2286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D9A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34290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B0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Barbero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397764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 su agenda del dia y marca sus citas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29600" y="1828800"/>
            <a:ext cx="3383280" cy="38404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6510">
            <a:solidFill>
              <a:srgbClr val="C9A2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64040" y="2286000"/>
            <a:ext cx="914400" cy="914400"/>
          </a:xfrm>
          <a:prstGeom prst="ellipse">
            <a:avLst/>
          </a:prstGeom>
          <a:solidFill>
            <a:srgbClr val="0B0B0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464040" y="2286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D9A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34290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B0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Administrador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397764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Gestiona servicios, barberos y todas las reservas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0B0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Recorrido del cliente</a:t>
            </a:r>
            <a:endParaRPr lang="en-US" sz="2800" dirty="0"/>
          </a:p>
        </p:txBody>
      </p:sp>
      <p:pic>
        <p:nvPicPr>
          <p:cNvPr id="3" name="Image 0" descr="/mnt/user-data/outputs/mockup/01-log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2514600" cy="39319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371600"/>
            <a:ext cx="2514600" cy="3931920"/>
          </a:xfrm>
          <a:prstGeom prst="rect">
            <a:avLst/>
          </a:prstGeom>
          <a:ln w="12700">
            <a:solidFill>
              <a:srgbClr val="C9A22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53949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Inicia sesion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2990088" y="310896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pic>
        <p:nvPicPr>
          <p:cNvPr id="7" name="Image 1" descr="/mnt/user-data/outputs/mockup/02-servicio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00400" y="1371600"/>
            <a:ext cx="2514600" cy="39319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200400" y="1371600"/>
            <a:ext cx="2514600" cy="3931920"/>
          </a:xfrm>
          <a:prstGeom prst="rect">
            <a:avLst/>
          </a:prstGeom>
          <a:ln w="12700">
            <a:solidFill>
              <a:srgbClr val="C9A227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3200400" y="53949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 los servicios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5733288" y="310896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pic>
        <p:nvPicPr>
          <p:cNvPr id="11" name="Image 2" descr="/mnt/user-data/outputs/mockup/03-nueva-reserva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943600" y="1371600"/>
            <a:ext cx="2514600" cy="393192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943600" y="1371600"/>
            <a:ext cx="2514600" cy="3931920"/>
          </a:xfrm>
          <a:prstGeom prst="rect">
            <a:avLst/>
          </a:prstGeom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943600" y="53949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Elige barbero y hora</a:t>
            </a:r>
            <a:endParaRPr lang="en-US" sz="1250" dirty="0"/>
          </a:p>
        </p:txBody>
      </p:sp>
      <p:sp>
        <p:nvSpPr>
          <p:cNvPr id="14" name="Text 9"/>
          <p:cNvSpPr txBox="1"/>
          <p:nvPr/>
        </p:nvSpPr>
        <p:spPr>
          <a:xfrm>
            <a:off x="8476488" y="310896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pic>
        <p:nvPicPr>
          <p:cNvPr id="15" name="Image 3" descr="/mnt/user-data/outputs/mockup/04-mis-reservas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686800" y="1371600"/>
            <a:ext cx="2514600" cy="393192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8686800" y="1371600"/>
            <a:ext cx="2514600" cy="3931920"/>
          </a:xfrm>
          <a:prstGeom prst="rect">
            <a:avLst/>
          </a:prstGeom>
          <a:ln w="12700">
            <a:solidFill>
              <a:srgbClr val="C9A227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8686800" y="53949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 sus citas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0B0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Recorrido del barbero</a:t>
            </a:r>
            <a:endParaRPr lang="en-US" sz="2800" dirty="0"/>
          </a:p>
        </p:txBody>
      </p:sp>
      <p:pic>
        <p:nvPicPr>
          <p:cNvPr id="3" name="Image 0" descr="/mnt/user-data/outputs/mockup/01-log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7280" y="1463040"/>
            <a:ext cx="4937760" cy="42062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97280" y="1463040"/>
            <a:ext cx="4937760" cy="4206240"/>
          </a:xfrm>
          <a:prstGeom prst="rect">
            <a:avLst/>
          </a:prstGeom>
          <a:ln w="12700">
            <a:solidFill>
              <a:srgbClr val="C9A22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57607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Inicia sesion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080760" y="32918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pic>
        <p:nvPicPr>
          <p:cNvPr id="7" name="Image 1" descr="/mnt/user-data/outputs/mockup/05-agenda-barber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83680" y="1463040"/>
            <a:ext cx="4937760" cy="42062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583680" y="1463040"/>
            <a:ext cx="4937760" cy="4206240"/>
          </a:xfrm>
          <a:prstGeom prst="rect">
            <a:avLst/>
          </a:prstGeom>
          <a:ln w="12700">
            <a:solidFill>
              <a:srgbClr val="C9A227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583680" y="57607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 su agenda del dia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0B0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Recorrido del administrador</a:t>
            </a:r>
            <a:endParaRPr lang="en-US" sz="2800" dirty="0"/>
          </a:p>
        </p:txBody>
      </p:sp>
      <p:pic>
        <p:nvPicPr>
          <p:cNvPr id="3" name="Image 0" descr="/mnt/user-data/outputs/mockup/01-log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7280" y="1463040"/>
            <a:ext cx="4937760" cy="42062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97280" y="1463040"/>
            <a:ext cx="4937760" cy="4206240"/>
          </a:xfrm>
          <a:prstGeom prst="rect">
            <a:avLst/>
          </a:prstGeom>
          <a:ln w="12700">
            <a:solidFill>
              <a:srgbClr val="C9A22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57607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Inicia sesion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080760" y="32918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pic>
        <p:nvPicPr>
          <p:cNvPr id="7" name="Image 1" descr="/mnt/user-data/outputs/mockup/06-gestion-admi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83680" y="1463040"/>
            <a:ext cx="4937760" cy="42062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583680" y="1463040"/>
            <a:ext cx="4937760" cy="4206240"/>
          </a:xfrm>
          <a:prstGeom prst="rect">
            <a:avLst/>
          </a:prstGeom>
          <a:ln w="12700">
            <a:solidFill>
              <a:srgbClr val="C9A227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583680" y="57607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Gestiona servicios y barberos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2194560"/>
            <a:ext cx="822960" cy="8229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0B0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⚙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0" y="3200400"/>
            <a:ext cx="1216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8F6F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Parte tecnica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0" y="416052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E8D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funciona el sistema por dentro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0B0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Que debe hacer el sistema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✂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Cliente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4884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Reservar eligiendo servicio, barbero, fecha y hora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92608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Ver y cancelar sus propias reservas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434840" y="1600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Barbero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434840" y="214884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Ver su agenda del dia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434840" y="292608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Marcar una cita como completada o no asistida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1600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Administrador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214884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Crear y editar servicios y barberos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292608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Ver todas las reservas del negocio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539496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0B0B0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5394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D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 clave: un barbero nunca puede tener dos citas a la misma hora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0B0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Que informacion guarda el sistema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✂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6510">
            <a:solidFill>
              <a:srgbClr val="C9A2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8529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B0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Cliente / Barbero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2461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nombre, correo, contrasena, rol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892040" y="128016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6510">
            <a:solidFill>
              <a:srgbClr val="C9A22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3898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B0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Servicio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830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nombre, precio, duracion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92040" y="420624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6510">
            <a:solidFill>
              <a:srgbClr val="C9A22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92040" y="43159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B0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Barbero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0" y="47091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especialidad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235440" y="274320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6510">
            <a:solidFill>
              <a:srgbClr val="C9A22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35440" y="28529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B0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Reserva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372600" y="32461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fecha, hora, estado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926080" y="3429000"/>
            <a:ext cx="6309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69480" y="1965960"/>
            <a:ext cx="1965960" cy="146304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69480" y="4892040"/>
            <a:ext cx="1965960" cy="-146304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reserva siempre conecta a un cliente, un barbero y un servicio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0B0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Decisiones que tomamos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✂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731520" cy="7315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0B0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173736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incluimos el bloqueo de horarios del barbero por ahora, para mantener el sistema simple en esta primera version.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3840480"/>
            <a:ext cx="731520" cy="7315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3840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0B0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828800" y="365760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Elegimos 3 roles (Cliente, Barbero, Administrador) porque asi funciona una barberia real.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23560" y="2011680"/>
            <a:ext cx="914400" cy="9144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23560" y="2011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0B0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✂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0" y="3108960"/>
            <a:ext cx="1216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8F6F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Gracias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0" y="411480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D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Barber club · Equipo 05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2026-09-23T20:39:33Z</dcterms:created>
  <dcterms:modified xsi:type="dcterms:W3CDTF">2026-09-23T20:39:33Z</dcterms:modified>
</cp:coreProperties>
</file>